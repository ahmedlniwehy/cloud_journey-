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Storage Types: Block, File, and Object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Detailed Comparison and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File Storage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Definition: Organizes data in hierarchical structure (folders).</a:t>
            </a:r>
          </a:p>
          <a:p>
            <a:r>
              <a:rPr dirty="0"/>
              <a:t>How it works: Uses filenames, directories, NFS/SMB protocols.</a:t>
            </a:r>
          </a:p>
          <a:p>
            <a:r>
              <a:rPr dirty="0"/>
              <a:t>Use Cases: Shared file servers, home directories, applications.</a:t>
            </a:r>
          </a:p>
          <a:p>
            <a:r>
              <a:rPr dirty="0"/>
              <a:t>Advantages: Easy to use, collaborative sharing, access control.</a:t>
            </a:r>
          </a:p>
          <a:p>
            <a:r>
              <a:rPr dirty="0"/>
              <a:t>Disadvantages: Poor scalability, performance issues with big data.</a:t>
            </a:r>
          </a:p>
          <a:p>
            <a:r>
              <a:rPr dirty="0"/>
              <a:t>Examples: Windows File Server, AWS EFS, Azure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Block Storage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Definition: Stores data as raw fixed-size blocks.</a:t>
            </a:r>
          </a:p>
          <a:p>
            <a:r>
              <a:t>How it works: Acts like a blank hard drive, OS manages data.</a:t>
            </a:r>
          </a:p>
          <a:p>
            <a:r>
              <a:t>Use Cases: Databases, Virtual Machine disks, high-performance apps.</a:t>
            </a:r>
          </a:p>
          <a:p>
            <a:r>
              <a:t>Advantages: Fast, low latency, flexible, boot volumes possible.</a:t>
            </a:r>
          </a:p>
          <a:p>
            <a:r>
              <a:t>Disadvantages: Limited scalability, no metadata, OS management needed.</a:t>
            </a:r>
          </a:p>
          <a:p>
            <a:r>
              <a:t>Examples: Local SSDs, AWS EBS, Azure Managed Disks.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 Storage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Definition: Stores data as objects (data + metadata + ID).</a:t>
            </a:r>
          </a:p>
          <a:p>
            <a:r>
              <a:t>How it works: Flat namespace, accessed via REST APIs.</a:t>
            </a:r>
          </a:p>
          <a:p>
            <a:r>
              <a:t>Use Cases: Backups, media storage, analytics, static websites.</a:t>
            </a:r>
          </a:p>
          <a:p>
            <a:r>
              <a:t>Advantages: Infinite scalability, rich metadata, cost-effective.</a:t>
            </a:r>
          </a:p>
          <a:p>
            <a:r>
              <a:t>Disadvantages: Higher latency, API access only, not for frequent small updates.</a:t>
            </a:r>
          </a:p>
          <a:p>
            <a:r>
              <a:t>Examples: AWS S3, Azure Blob Storage, Google Cloud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Quick 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92837"/>
              </p:ext>
            </p:extLst>
          </p:nvPr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File Storage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Block Storage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Object Storage 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Hierarchy (folders)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Blocks (raw chunks)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Flat (bucket + objects)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 paths (NFS/SMB)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Low-level (iSCSI, FC)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API/HTTP (REST)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 sharing,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Databases, VMs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Backups, media, big data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Virtually unlimited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(low latency)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Variable (higher latency)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AWS EFS, Azure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AWS EBS, Azure Disks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AWS S3, Azure Blob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Relatable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Storage = PC’s folder system.</a:t>
            </a:r>
          </a:p>
          <a:p>
            <a:r>
              <a:t>Block Storage = Blank hard drive you format and use.</a:t>
            </a:r>
          </a:p>
          <a:p>
            <a:r>
              <a:t>Object Storage = Google Drive/Dropbox style (file + metadata + link).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361</Words>
  <Application>Microsoft Office PowerPoint</Application>
  <PresentationFormat>On-screen Show (4:3)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Storage Types: Block, File, and Object</vt:lpstr>
      <vt:lpstr>File Storage </vt:lpstr>
      <vt:lpstr>Block Storage </vt:lpstr>
      <vt:lpstr>Object Storage </vt:lpstr>
      <vt:lpstr>Quick Comparison Table</vt:lpstr>
      <vt:lpstr>Relatable Analogy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 Types: Block, File, and Object</dc:title>
  <dc:subject/>
  <dc:creator/>
  <cp:keywords/>
  <dc:description>generated using python-pptx</dc:description>
  <cp:lastModifiedBy>Microsoft account</cp:lastModifiedBy>
  <cp:revision>7</cp:revision>
  <dcterms:created xsi:type="dcterms:W3CDTF">2013-01-27T09:14:16Z</dcterms:created>
  <dcterms:modified xsi:type="dcterms:W3CDTF">2025-08-24T12:48:54Z</dcterms:modified>
  <cp:category/>
</cp:coreProperties>
</file>